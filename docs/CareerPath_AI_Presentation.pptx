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-1371600"/>
            <a:ext cx="4572000" cy="457200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5120640"/>
            <a:ext cx="3840480" cy="3840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7D2FE"/>
                </a:solidFill>
                <a:latin typeface="Calibri"/>
              </a:rPr>
              <a:t>HAVE A LOOK AT THE FUTURE OF CAREER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CareerPath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0E7FF"/>
                </a:solidFill>
                <a:latin typeface="Calibri"/>
              </a:rPr>
              <a:t>AI-Powered Career Assessment, Recommendations, and Learning Roadmaps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Calibri"/>
              </a:rPr>
              <a:t>Built with Django  •  Gemini / OpenAI / NVIDIA NIM / Ollama  •  SerpAPI live resources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Calibri"/>
              </a:rPr>
              <a:t>Choosing a career today is overwhelming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463040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Confusing.  </a:t>
            </a:r>
            <a:r>
              <a:rPr sz="1700">
                <a:solidFill>
                  <a:srgbClr val="334155"/>
                </a:solidFill>
                <a:latin typeface="Calibri"/>
              </a:rPr>
              <a:t>Hundreds of resources, no guided order — beginners don't know where to start.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Generic advice.  </a:t>
            </a:r>
            <a:r>
              <a:rPr sz="1700">
                <a:solidFill>
                  <a:srgbClr val="334155"/>
                </a:solidFill>
                <a:latin typeface="Calibri"/>
              </a:rPr>
              <a:t>One-size-fits-all articles ignore your skills, interests, and education.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Outdated links.  </a:t>
            </a:r>
            <a:r>
              <a:rPr sz="1700">
                <a:solidFill>
                  <a:srgbClr val="334155"/>
                </a:solidFill>
                <a:latin typeface="Calibri"/>
              </a:rPr>
              <a:t>Static 'best resources' lists rot fast; real, current material is hard to find.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No feedback loop.  </a:t>
            </a:r>
            <a:r>
              <a:rPr sz="1700">
                <a:solidFill>
                  <a:srgbClr val="334155"/>
                </a:solidFill>
                <a:latin typeface="Calibri"/>
              </a:rPr>
              <a:t>Nobody tracks your progress or adjusts the path as you grow.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1605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160520"/>
            <a:ext cx="82296" cy="1920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3891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2744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Daily dilemma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4924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“I like tech and maths — should I do ML, backend, or something else?”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605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160520"/>
            <a:ext cx="82296" cy="1920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3891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2744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And once chosen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34924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“There is a 6-month roadmap on YouTube — but is it the right one for me?”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Calibri"/>
              </a:rPr>
              <a:t>A personal career co-pilot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463040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One guided assessment.  </a:t>
            </a:r>
            <a:r>
              <a:rPr sz="1700">
                <a:solidFill>
                  <a:srgbClr val="334155"/>
                </a:solidFill>
                <a:latin typeface="Calibri"/>
              </a:rPr>
              <a:t>Answer ~20 short questions on skills, education, and interests.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Data-driven matches.  </a:t>
            </a:r>
            <a:r>
              <a:rPr sz="1700">
                <a:solidFill>
                  <a:srgbClr val="334155"/>
                </a:solidFill>
                <a:latin typeface="Calibri"/>
              </a:rPr>
              <a:t>A transparent scoring engine ranks careers by interest, skill, education, and experience fit.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Its own roadmap generator.  </a:t>
            </a:r>
            <a:r>
              <a:rPr sz="1700">
                <a:solidFill>
                  <a:srgbClr val="334155"/>
                </a:solidFill>
                <a:latin typeface="Calibri"/>
              </a:rPr>
              <a:t>Custom learning path with phases, tasks, live tutorials, and YouTube videos per step.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Live resources, always fresh.  </a:t>
            </a:r>
            <a:r>
              <a:rPr sz="1700">
                <a:solidFill>
                  <a:srgbClr val="334155"/>
                </a:solidFill>
                <a:latin typeface="Calibri"/>
              </a:rPr>
              <a:t>Google + YouTube searched in real time (SerpAPI), with AI and curated fallbacks.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Calibri"/>
              </a:rPr>
              <a:t>Everything in one small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463040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82296" cy="1965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9572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Career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Skill/interest/education quizzes with live progress bar, saved per answer.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82296" cy="1965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9572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Smart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17520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Top-3 careers with match %, reasons, skill gaps, and prerequisites.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60520"/>
            <a:ext cx="82296" cy="1965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891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f3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2744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Living roadmaps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49240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Auto-generated phases &amp; tasks; check boxes; 0→100% progress ring; per-task resources.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16052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160520"/>
            <a:ext cx="82296" cy="1965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38912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f4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2744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Privacy-first 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49240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Login, profile readiness score, skills &amp; interests editors, dark mode, admin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Calibri"/>
              </a:rPr>
              <a:t>From answers to a living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463040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783080" cy="1783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651760"/>
            <a:ext cx="1097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24528"/>
            <a:ext cx="1783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334155"/>
                </a:solidFill>
                <a:latin typeface="Calibri"/>
              </a:rPr>
              <a:t>Assessment</a:t>
            </a:r>
            <a:br/>
            <a:r>
              <a:t>Skills, education, experience, interests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286000"/>
            <a:ext cx="1783080" cy="1783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651760"/>
            <a:ext cx="1097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224528"/>
            <a:ext cx="1783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334155"/>
                </a:solidFill>
                <a:latin typeface="Calibri"/>
              </a:rPr>
              <a:t>Match engine</a:t>
            </a:r>
            <a:br/>
            <a:r>
              <a:t>Weighted scoring → ranked careers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2286000"/>
            <a:ext cx="1783080" cy="1783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2" y="2651760"/>
            <a:ext cx="1097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4224528"/>
            <a:ext cx="1783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334155"/>
                </a:solidFill>
                <a:latin typeface="Calibri"/>
              </a:rPr>
              <a:t>Roadmap AI</a:t>
            </a:r>
            <a:br/>
            <a:r>
              <a:t>Provider builds phases &amp; 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286000"/>
            <a:ext cx="1783080" cy="1783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651760"/>
            <a:ext cx="1097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224528"/>
            <a:ext cx="1783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334155"/>
                </a:solidFill>
                <a:latin typeface="Calibri"/>
              </a:rPr>
              <a:t>Resource tier</a:t>
            </a:r>
            <a:br/>
            <a:r>
              <a:t>Live search → AI → curated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9880" y="2286000"/>
            <a:ext cx="1783080" cy="17830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17352" y="2651760"/>
            <a:ext cx="1097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4224528"/>
            <a:ext cx="1783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334155"/>
                </a:solidFill>
                <a:latin typeface="Calibri"/>
              </a:rPr>
              <a:t>Your roadmap</a:t>
            </a:r>
            <a:br/>
            <a:r>
              <a:t>Track, update, repeat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AI failures degrade gracefully: live SerpAPI search keeps resources flowing even if the model is down or rate-limited.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Calibri"/>
              </a:rPr>
              <a:t>Three clean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463040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82296" cy="4023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95728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28346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Tailwind UI templates (landing, auth, assessment, recommendations, roadmaps, careers, admin). Theme toggle: light / dark.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82296" cy="4023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0574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395728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17520"/>
            <a:ext cx="28346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Django apps: accounts, assessment, recommendations, roadmap, careers. Signals auto-create profiles; views keep AI optional.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28800"/>
            <a:ext cx="33832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828800"/>
            <a:ext cx="82296" cy="4023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0574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395728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Data +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017520"/>
            <a:ext cx="28346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SQLite/PostgreSQL models; provider registry (Gemini, OpenAI, NVIDIA NIM, Ollama); SerpAPI search client; curation seed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Calibri"/>
              </a:rPr>
              <a:t>Boring, dependable, easy to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463040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377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48256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730A3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48256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Django 6.1, Django REST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24912"/>
            <a:ext cx="2377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85292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730A3"/>
                </a:solidFill>
                <a:latin typeface="Calibri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52928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SQLite by default, PostgreSQL when DATABASE_NAME is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9584"/>
            <a:ext cx="2377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657600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730A3"/>
                </a:solidFill>
                <a:latin typeface="Calibri"/>
              </a:rPr>
              <a:t>AI providers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57600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Gemini 3.6 Flash, OpenAI, NVIDIA NIM (Nemotron), Ollama — all behind one OpenAI-compatible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34256"/>
            <a:ext cx="2377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462272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730A3"/>
                </a:solidFill>
                <a:latin typeface="Calibri"/>
              </a:rPr>
              <a:t>Live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462272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SerpAPI Google + YouTube engines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138928"/>
            <a:ext cx="2377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266944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730A3"/>
                </a:solidFill>
                <a:latin typeface="Calibri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266944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Tailwind CSS, Font Awesome, Chart.js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943600"/>
            <a:ext cx="2377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6071616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730A3"/>
                </a:solidFill>
                <a:latin typeface="Calibri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6071616"/>
            <a:ext cx="79552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200+ automated tests; hermetic network calls; SQLite WAL mode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RESOURCE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Calibri"/>
              </a:rPr>
              <a:t>Three fallback tiers keep links alive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463040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82296" cy="2103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9572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Tier 1 — Live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SerpAPI queries Google then YouTube for each task. Best, current links, deduped queries, capped budget.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82296" cy="2103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t2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9572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Tier 2 — AI suggested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Prompted model returns a curated resource + optional video per task, URL-sanitized before saving.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062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06240"/>
            <a:ext cx="82296" cy="2103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434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t3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7316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Tier 3 — Curated seed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9496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Ship-with-the-app quality links used whenever network/AI is unavailable — every task still gets a resource.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F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206240"/>
            <a:ext cx="82296" cy="2103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434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F46E5"/>
                </a:solidFill>
                <a:latin typeface="Calibri"/>
              </a:rPr>
              <a:t>t4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7316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730A3"/>
                </a:solidFill>
                <a:latin typeface="Calibri"/>
              </a:rPr>
              <a:t>Videos too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9496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Calibri"/>
              </a:rPr>
              <a:t>Every tier can attach a YouTube link + title shown inline on the roadmap detail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Calibri"/>
              </a:rPr>
              <a:t>A 90-second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463040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Sign up / sign in.  </a:t>
            </a:r>
            <a:r>
              <a:rPr sz="1700">
                <a:solidFill>
                  <a:srgbClr val="334155"/>
                </a:solidFill>
                <a:latin typeface="Calibri"/>
              </a:rPr>
              <a:t>Pre-styled forms, placeholders, autocomplete, readiness meter on your profile.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Take the assessment.  </a:t>
            </a:r>
            <a:r>
              <a:rPr sz="1700">
                <a:solidFill>
                  <a:srgbClr val="334155"/>
                </a:solidFill>
                <a:latin typeface="Calibri"/>
              </a:rPr>
              <a:t>~20 questions, live progress, per-answer saves — pick up where you left off.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Review recommendations.  </a:t>
            </a:r>
            <a:r>
              <a:rPr sz="1700">
                <a:solidFill>
                  <a:srgbClr val="334155"/>
                </a:solidFill>
                <a:latin typeface="Calibri"/>
              </a:rPr>
              <a:t>Top careers with match %, reasons, skill gaps, and prerequisites.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Generate a roadmap.  </a:t>
            </a:r>
            <a:r>
              <a:rPr sz="1700">
                <a:solidFill>
                  <a:srgbClr val="334155"/>
                </a:solidFill>
                <a:latin typeface="Calibri"/>
              </a:rPr>
              <a:t>One click → phases &amp; tasks stream in from the AI provider.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Hit refresh resources.  </a:t>
            </a:r>
            <a:r>
              <a:rPr sz="1700">
                <a:solidFill>
                  <a:srgbClr val="334155"/>
                </a:solidFill>
                <a:latin typeface="Calibri"/>
              </a:rPr>
              <a:t>SerpAPI fills every task with a real article + YouTube video.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Track progress.  </a:t>
            </a:r>
            <a:r>
              <a:rPr sz="1700">
                <a:solidFill>
                  <a:srgbClr val="334155"/>
                </a:solidFill>
                <a:latin typeface="Calibri"/>
              </a:rPr>
              <a:t>Mark tasks complete; progress ring drives % on your dashboard and career pages.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Calibri"/>
              </a:rPr>
              <a:t>Trust, verified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463040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197+ test cases  </a:t>
            </a:r>
            <a:r>
              <a:rPr sz="1700">
                <a:solidFill>
                  <a:srgbClr val="334155"/>
                </a:solidFill>
                <a:latin typeface="Calibri"/>
              </a:rPr>
              <a:t>accounts, assessment, recommendations, roadmap, careers, ai_engine — all green.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Hermetic test data  </a:t>
            </a:r>
            <a:r>
              <a:rPr sz="1700">
                <a:solidFill>
                  <a:srgbClr val="334155"/>
                </a:solidFill>
                <a:latin typeface="Calibri"/>
              </a:rPr>
              <a:t>Real API keys are zeroed under the test runner (settings guard); tests opt back in with overrides.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Database in WAL mode  </a:t>
            </a:r>
            <a:r>
              <a:rPr sz="1700">
                <a:solidFill>
                  <a:srgbClr val="334155"/>
                </a:solidFill>
                <a:latin typeface="Calibri"/>
              </a:rPr>
              <a:t>No 'database is locked' stalls; long AI calls run outside DB transactions.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Graceful degradation  </a:t>
            </a:r>
            <a:r>
              <a:rPr sz="1700">
                <a:solidFill>
                  <a:srgbClr val="334155"/>
                </a:solidFill>
                <a:latin typeface="Calibri"/>
              </a:rPr>
              <a:t>Provider down? Rate-limited? Search fails? The app falls back and still delivers.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30A3"/>
                </a:solidFill>
                <a:latin typeface="Calibri"/>
              </a:rPr>
              <a:t>Verified live with real keys: 11/11 tasks received both an article and a YouTube video from live search.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730A3"/>
                </a:solidFill>
                <a:latin typeface="Calibri"/>
              </a:rPr>
              <a:t>Room to grow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463040" cy="40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More AI providers  </a:t>
            </a:r>
            <a:r>
              <a:rPr sz="1700">
                <a:solidFill>
                  <a:srgbClr val="334155"/>
                </a:solidFill>
                <a:latin typeface="Calibri"/>
              </a:rPr>
              <a:t>Plug in any OpenAI-compatible endpoint — NVIDIA NIM / Nemotron, local Llama, Mistral.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Progress analytics  </a:t>
            </a:r>
            <a:r>
              <a:rPr sz="1700">
                <a:solidFill>
                  <a:srgbClr val="334155"/>
                </a:solidFill>
                <a:latin typeface="Calibri"/>
              </a:rPr>
              <a:t>Charts for time-to-complete, streak tracking, and re-scoring after milestones.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Community paths  </a:t>
            </a:r>
            <a:r>
              <a:rPr sz="1700">
                <a:solidFill>
                  <a:srgbClr val="334155"/>
                </a:solidFill>
                <a:latin typeface="Calibri"/>
              </a:rPr>
              <a:t>Shared, rateable roadmaps with mentor feedback loops.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4F46E5"/>
                </a:solidFill>
              </a:rPr>
              <a:t>  Mobile-ready  </a:t>
            </a:r>
            <a:r>
              <a:rPr sz="1700">
                <a:solidFill>
                  <a:srgbClr val="334155"/>
                </a:solidFill>
                <a:latin typeface="Calibri"/>
              </a:rPr>
              <a:t>PWA wrapper and push reminders for daily goals.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754880"/>
            <a:ext cx="4206240" cy="420624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0E7FF"/>
                </a:solidFill>
                <a:latin typeface="Calibri"/>
              </a:rPr>
              <a:t>Every learner deserves a path that is personal and always up to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Calibri"/>
              </a:rPr>
              <a:t>CareerPath AI  •  Django 6.1  •  AI + live search, serious about reliability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